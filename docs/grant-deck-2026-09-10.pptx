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10,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v2.0.0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FHA mortgage insurance to HUD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file Form 1098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v2.0.0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Paper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23-page closing package printed, scanned, OCR'd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canonical loan record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every figure tied out to the cent; the run stops on any disagreement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Servicing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receipt-date application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12 CFR 1024.17 aggregate analysis with exact (f)(2)-(f)(4) options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advance-first disbursement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statements, cases, transfers, Form 1098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R01-R31 as code, one named test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XRP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exact-cent issued-USD legs, signed once, journaled, never re-signed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NFToken loan-record handle (hash + opaque id)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TokenEscrow date lock on every verified bill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2-of-3 signer lists, key drills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contract, three-way match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 hash-chained event log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examiner evidence pack with SHA-256 manifest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cost model per loan-year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fingerprints the loan file: NFToken URI = {v, loan, sha256, ptr}, nothing else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records every settlement leg to the cent with a six-key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locks each verified impound bill until its statutory date; an early release fails on the ledger itself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proves servicing hand-offs and key-management drills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run-mtvzvtnk, September 10,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demo-live-2026-09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446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vanfwilson.github.io/xrpl-mortgage-tokenizing-htm/demo (reads Testnet in the browser)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28016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Settlement legs journaled validated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of 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Impound escrows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Early finish attempt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tecNO_PERMISSION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1-of-3 signature on a 2-of-3 list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tefBAD_QUORUM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2-of-3 signatures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Master key after disable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tefMASTER_DISABLED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Bank = subledger =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matched, 0 unmatched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Business-event chain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19 events, verified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48463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transaction types live on Mainnet: Payment, NFTokenMint/Offer/Accept, EscrowCreate/Finish/Cancel, AccountSet, TrustSet, SetRegularKey, SignerListSet.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annual escrow analysis, to the cent (fixture: FHA 30-year, $450,000, Idaho)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= base + financed UFMIP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$442,260.44 + $7,739.56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(Ada County, Dec 20 / Jun 20)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(renewal Sep 1)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 (0.50 % of base, 78.98 % LTV)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(4 % of P&amp;I, 24 CFR 203.25)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$110.83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Initial deposit at closing: $1,230.50 (tax $855.35, hazard $375.15). Year-one analysis: shortage $479.50; option elected: do nothing (1024.17(f)(3)).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December tax bill $1,710.00 exceeded the impound: servicer advanced $284.65 so the county was paid on time (1024.17(k)); the escrow released on the ledger only on Dec 20.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Year-two analysis: monthly escrow rises from $410.00 to $449.96; shortage spread over 12 months; annual statement delivered within 30 days with evidence.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 surplus of $50 or more would be refunded within 30 days; under $50 credited. California pays 2 % interest on impounds (Civ. Code 2954.8).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31 controls, one named test each, 127 offline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94944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code enforces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method, one-sixth cushion, surplus / shortage / deficiency options, timely disbursement,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R01-R10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records,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R11-R15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.41, .39, .3(a)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 credit, periodic statement content, ownership-transfer notice, consumer purpose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R16-R19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24 CFR 203.25, HUD ML 2023-05, 4000.1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cap 4 %, UFMIP and MIP on the base loan, custodial 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R20-R22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California Civ. Code 2954.8, 2954.85; Idaho 63-903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2 % impound interest, loss-draft account, tax calendar (Idaho interest rule gated as unverified)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R23-R25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vendor oversight,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refuses without a current authority; no operator keys; no PII on the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R26-R28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boxes from receipt-dated interest, 1099-INT threshold, 1099-A/C hand-offs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R29-R31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Every control appears in the examiner evidence pack's control map with the test names that carry it. npm test runs them all offline in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sign once, journal first, never re-sign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Each leg is autofilled and signed once; the signed blob, its hash and a fingerprint are persisted under (company, loan, run, leg) before submission.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On a timeout the transport looks the hash up on the ledger and submits the identical blob only if unknown. A restart returns the validated job without signing or submitting (proven on Testnet after a database reopen).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Reusing a key for a different transaction is refused. A failed engine result is journaled and blocks silent replay.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Degraded mode is a written contract: servicing never blocks on the ledger; the bank's books stay authoritative; legs stay 'prepared' and resume safely.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contract: bank_ref, posted_on, loan_ref, direction, amount; strict parse, one dollars-to-cents path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three-way match bank = subledger = ledger by reference; one cent off is a break, never absorbed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append-only, hash-chained business-event log (UPDATE and DELETE rejected by trigger)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npm run evidence: control map, every leg with explorer link, statements, tax forms, reconciliation, chain head, SHA-256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(6 legs x 12 months + boarding + escrows)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0.8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$2 / XRP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28016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463040"/>
                <a:gridCol w="137160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Loans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Tx / month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Hours (batched)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Reserve XRP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63,333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633,333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reserve, and it stays under the $0.50 floor of the price band even at $5 per XRP.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note is not tokenized.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via the receipt-file contract; daily three-way reconciliation; live tax-bill source behind an operator verification gate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verified-bill trail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Full 1024.35-.41 case workflows with SLA evidence; statement PDFs with delivery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fixtures, golden PDFs,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an open decision. The code refuses to build an escrow when the issuer flag is off.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loan; the Idaho escrow-interest rule is gated as unverified in the engine.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Tax and hazard bills in the published runs come from a fixture;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Documents are synthetic; production ingest hashes the custodian-held eNote, not a 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evidence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Formerly U.S. Securities and Exchange Commission (SEC) and Fannie Mae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program, AI and data science; CSU Fullerton BS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AWS Certified Developer; Databricks; Blockchain Training Alliance;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Certified PostgreSQL / SQL Server / MySQL DBA; Sage, QuickBooks, MS NAV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35 years real-estate investor, $10M+ portfolio; built v2.0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canonical loan schema, the regulatory control map and its tests, the memo and receipt-file contracts, the evidence-pack format, the cost model.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 ·  Live demo: vanfwilson.github.io/xrpl-mortgage-tokenizing-htm/demo  ·  Proposal: docs/grant-proposal-2026-09-10.pdf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